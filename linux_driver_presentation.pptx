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Разработка драйвера блочного устройства</a:t>
            </a:r>
            <a:br/>
            <a:r>
              <a:t>в ядре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5A2EB"/>
                </a:solidFill>
              </a:defRPr>
            </a:pPr>
            <a:r>
              <a:t>Курс: Разработка ядра Linux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Автор: Коныгин Александр Владимирович</a:t>
            </a:r>
          </a:p>
          <a:p>
            <a:pPr>
              <a:defRPr sz="1600">
                <a:solidFill>
                  <a:srgbClr val="B4B4B4"/>
                </a:solidFill>
              </a:defRPr>
            </a:pPr>
            <a:r>
              <a:t>Разработчик C/C++ (более 10 лет опыта в Windows и Linux)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Цели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Объем диска:</a:t>
            </a:r>
            <a:r>
              <a:rPr sz="1800">
                <a:solidFill>
                  <a:srgbClr val="212529"/>
                </a:solidFill>
              </a:rPr>
              <a:t> 300 MiB (виртуальный RAM-диск в оперативной памяти).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Именование устройства:</a:t>
            </a:r>
            <a:r>
              <a:rPr sz="1800">
                <a:solidFill>
                  <a:srgbClr val="212529"/>
                </a:solidFill>
              </a:rPr>
              <a:t> Системное имя устройства /sys/block/simple_blkdev0.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Разделы:</a:t>
            </a:r>
            <a:r>
              <a:rPr sz="1800">
                <a:solidFill>
                  <a:srgbClr val="212529"/>
                </a:solidFill>
              </a:rPr>
              <a:t> Поддержка разметки максимум на 3 раздела.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Пользовательский сценарий:</a:t>
            </a:r>
            <a:r>
              <a:rPr sz="1800">
                <a:solidFill>
                  <a:srgbClr val="212529"/>
                </a:solidFill>
              </a:rPr>
              <a:t> Свободная разметка (parted), форматирование (mkfs.ext4) и монтирование (mount) силами пользователя.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Мониторинг через sysfs:</a:t>
            </a:r>
            <a:r>
              <a:rPr sz="1800">
                <a:solidFill>
                  <a:srgbClr val="212529"/>
                </a:solidFill>
              </a:rPr>
              <a:t> Интерфейс для чтения статистики (объем прочитанных и записанных данных).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Архитектура и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Bio-based API (.submit_bio):</a:t>
            </a:r>
            <a:r>
              <a:rPr sz="1800">
                <a:solidFill>
                  <a:srgbClr val="212529"/>
                </a:solidFill>
              </a:rPr>
              <a:t> Драйвер напрямую обрабатывает запросы ввода-вывода без реализации очереди (blk-mq queue_rq).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Выделение памяти (vzalloc):</a:t>
            </a:r>
            <a:r>
              <a:rPr sz="1800">
                <a:solidFill>
                  <a:srgbClr val="212529"/>
                </a:solidFill>
              </a:rPr>
              <a:t> Для ядер версии 6.5 и новее сразу выделяет память без ленивой аллокации.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Атомарный контекст:</a:t>
            </a:r>
            <a:r>
              <a:rPr sz="1800">
                <a:solidFill>
                  <a:srgbClr val="212529"/>
                </a:solidFill>
              </a:rPr>
              <a:t> Исключает появление page fault в функции simple_blkdev_submit_bio.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Аппаратный TLB:</a:t>
            </a:r>
            <a:r>
              <a:rPr sz="1800">
                <a:solidFill>
                  <a:srgbClr val="212529"/>
                </a:solidFill>
              </a:rPr>
              <a:t> Обработка промахов TLB полностью автоматизирована на уровне процессора.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Инициализация устройства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Выделение Major-номера:</a:t>
            </a:r>
            <a:r>
              <a:rPr sz="1800">
                <a:solidFill>
                  <a:srgbClr val="212529"/>
                </a:solidFill>
              </a:rPr>
              <a:t> Динамическая регистрация через register_blkdev(0, SIMPLE_BLKDEV_NAME).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Аллокация диска:</a:t>
            </a:r>
            <a:r>
              <a:rPr sz="1800">
                <a:solidFill>
                  <a:srgbClr val="212529"/>
                </a:solidFill>
              </a:rPr>
              <a:t> Использование blk_alloc_disk(&amp;lim, NUMA_NO_NODE) для bio-based архитектуры.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Экспорт устройства:</a:t>
            </a:r>
            <a:r>
              <a:rPr sz="1800">
                <a:solidFill>
                  <a:srgbClr val="212529"/>
                </a:solidFill>
              </a:rPr>
              <a:t> Активация и появление в системе через add_disk(simple_blkdev.disk).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Регистрация статистики:</a:t>
            </a:r>
            <a:r>
              <a:rPr sz="1800">
                <a:solidFill>
                  <a:srgbClr val="212529"/>
                </a:solidFill>
              </a:rPr>
              <a:t> Создание группы атрибутов в sysfs через sysfs_create_group.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Обработка запросов (submit_bio)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Контроль границ:</a:t>
            </a:r>
            <a:r>
              <a:rPr sz="1800">
                <a:solidFill>
                  <a:srgbClr val="212529"/>
                </a:solidFill>
              </a:rPr>
              <a:t> Проверка выхода за пределы диска через сравнение секторов био и устройства.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Поддержка операций:</a:t>
            </a:r>
            <a:r>
              <a:rPr sz="1800">
                <a:solidFill>
                  <a:srgbClr val="212529"/>
                </a:solidFill>
              </a:rPr>
              <a:t> Обработка REQ_OP_FLUSH (сброс кэша), REQ_OP_DISCARD (удаление) и REQ_OP_WRITE_ZEROES (обнуление).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Синхронизация Reader-Writer:</a:t>
            </a:r>
            <a:r>
              <a:rPr sz="1800">
                <a:solidFill>
                  <a:srgbClr val="212529"/>
                </a:solidFill>
              </a:rPr>
              <a:t> Защита критических секций через read_lock_irqsave и write_lock_irqsave.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Итерация по данным:</a:t>
            </a:r>
            <a:r>
              <a:rPr sz="1800">
                <a:solidFill>
                  <a:srgbClr val="212529"/>
                </a:solidFill>
              </a:rPr>
              <a:t> Последовательный обход сегментов с помощью bio_for_each_segment.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Перенос данных и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Мапирование страниц:</a:t>
            </a:r>
            <a:r>
              <a:rPr sz="1800">
                <a:solidFill>
                  <a:srgbClr val="212529"/>
                </a:solidFill>
              </a:rPr>
              <a:t> Постраничный доступ через kmap_local_page(bvec.bv_page) в адресное пространство ядра.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Адресация RAM-диска:</a:t>
            </a:r>
            <a:r>
              <a:rPr sz="1800">
                <a:solidFill>
                  <a:srgbClr val="212529"/>
                </a:solidFill>
              </a:rPr>
              <a:t> Вычисление адреса назначения/источника простым смещением от базового адреса: dev-&gt;data + pos.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Копирование и очистка:</a:t>
            </a:r>
            <a:r>
              <a:rPr sz="1800">
                <a:solidFill>
                  <a:srgbClr val="212529"/>
                </a:solidFill>
              </a:rPr>
              <a:t> Перенос данных через memcpy и последующее размапирование kunmap_local.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rPr b="1" sz="1800">
                <a:solidFill>
                  <a:srgbClr val="102C57"/>
                </a:solidFill>
              </a:rPr>
              <a:t>Атомарные счетчики:</a:t>
            </a:r>
            <a:r>
              <a:rPr sz="1800">
                <a:solidFill>
                  <a:srgbClr val="212529"/>
                </a:solidFill>
              </a:rPr>
              <a:t> Безопасное инкрементирование статистики bytes_read и bytes_written через atomic64_add.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Демонстрация работы (скрипт check.sh)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300">
                <a:solidFill>
                  <a:srgbClr val="282C34"/>
                </a:solidFill>
                <a:latin typeface="Consolas"/>
              </a:defRPr>
            </a:pPr>
            <a:r>
              <a:t># Загрузка модуля и разметка GPT на 3 раздела</a:t>
            </a:r>
            <a:br/>
            <a:r>
              <a:t>insmod simple_blkdev.ko</a:t>
            </a:r>
            <a:br/>
            <a:r>
              <a:t>parted -s /dev/simple_blkdev0 mklabel gpt</a:t>
            </a:r>
            <a:br/>
            <a:r>
              <a:t>parted -s /dev/simple_blkdev0 mkpart primary ext4 1MiB 100MiB</a:t>
            </a:r>
            <a:br/>
            <a:r>
              <a:t>parted -s /dev/simple_blkdev0 mkpart primary ext4 100MiB 200MiB</a:t>
            </a:r>
            <a:br/>
            <a:r>
              <a:t>parted -s /dev/simple_blkdev0 mkpart primary ext4 200MiB 100%</a:t>
            </a:r>
            <a:br/>
            <a:br/>
            <a:r>
              <a:t># Перечитывание таблицы разделов и создание ФС</a:t>
            </a:r>
            <a:br/>
            <a:r>
              <a:t>blockdev --rereadpt /dev/simple_blkdev0</a:t>
            </a:r>
            <a:br/>
            <a:r>
              <a:t>mkfs.ext4 -F /dev/simple_blkdev0p1</a:t>
            </a:r>
            <a:br/>
            <a:r>
              <a:t>mkfs.ext4 -F /dev/simple_blkdev0p2</a:t>
            </a:r>
            <a:br/>
            <a:r>
              <a:t>mkfs.ext4 -F /dev/simple_blkdev0p3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Тестирование и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300">
                <a:solidFill>
                  <a:srgbClr val="282C34"/>
                </a:solidFill>
                <a:latin typeface="Consolas"/>
              </a:defRPr>
            </a:pPr>
            <a:r>
              <a:t># Монтирование разделов</a:t>
            </a:r>
            <a:br/>
            <a:r>
              <a:t>mkdir -p /mnt/ram_p1 /mnt/ram_p2 /mnt/ram_p3</a:t>
            </a:r>
            <a:br/>
            <a:r>
              <a:t>mount /dev/simple_blkdev0p1 /mnt/ram_p1</a:t>
            </a:r>
            <a:br/>
            <a:r>
              <a:t>mount /dev/simple_blkdev0p2 /mnt/ram_p2</a:t>
            </a:r>
            <a:br/>
            <a:r>
              <a:t>mount /dev/simple_blkdev0p3 /mnt/ram_p3</a:t>
            </a:r>
            <a:br/>
            <a:br/>
            <a:r>
              <a:t># Вывод начальной статистики из sysfs</a:t>
            </a:r>
            <a:br/>
            <a:r>
              <a:t>cat /sys/block/simple_blkdev0/stat_bytes_read</a:t>
            </a:r>
            <a:br/>
            <a:r>
              <a:t>cat /sys/block/simple_blkdev0/stat_bytes_written</a:t>
            </a:r>
            <a:br/>
            <a:br/>
            <a:r>
              <a:t># Тестовая запись файла и проверка обновленных метрик</a:t>
            </a:r>
            <a:br/>
            <a:r>
              <a:t>cp ./check.sh /mnt/ram_p1</a:t>
            </a:r>
            <a:br/>
            <a:r>
              <a:t>sync</a:t>
            </a:r>
            <a:br/>
            <a:r>
              <a:t>cat /sys/block/simple_blkdev0/stat_bytes_read</a:t>
            </a:r>
            <a:br/>
            <a:r>
              <a:t>cat /sys/block/simple_blkdev0/stat_bytes_written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Итоги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102C57"/>
                </a:solidFill>
              </a:defRPr>
            </a:pPr>
            <a:r>
              <a:t>Что получилось: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• Успешная регистрация устройства /dev/simple_blkdev0.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• Параллельная работа с 3 точками монтирования на одном RAM-диске.</a:t>
            </a:r>
          </a:p>
          <a:p>
            <a:pPr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• Точный сбор статистики чтения/записи через sysfs интерфейс.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2000">
                <a:solidFill>
                  <a:srgbClr val="102C57"/>
                </a:solidFill>
              </a:defRPr>
            </a:pPr>
            <a:r>
              <a:t>Рекомендация по улучшению:</a:t>
            </a:r>
          </a:p>
          <a:p>
            <a:pPr>
              <a:lnSpc>
                <a:spcPct val="120000"/>
              </a:lnSpc>
              <a:defRPr sz="1600">
                <a:solidFill>
                  <a:srgbClr val="212529"/>
                </a:solidFill>
              </a:defRPr>
            </a:pPr>
            <a:r>
              <a:t>Внедрение Sharded Locks:</a:t>
            </a:r>
            <a:br/>
            <a:r>
              <a:t>Разделение диска на несколько независимых шардов, каждый со своим rwlock. Это снизит задержки межпоточного ожидания и увеличит параллелизм при одновременной записи/чтении в разные разделы RAM-диска.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